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6B3FA0">
              <a:alpha val="60000"/>
            </a:srgbClr>
          </a:solidFill>
          <a:ln w="12700">
            <a:solidFill>
              <a:srgbClr val="6B3FA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108960" cy="3108960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SkillSpot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D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Кружки, секции и репетиторы рядом с домом — в одном месте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проект курса «Digital Маркетинг» · КФУ · группа 14.6-320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Быренкова Диляра · Махонина Ксения · Сагутдинова Лиана · Саитова Милена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и решение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920240"/>
          </a:xfrm>
          <a:prstGeom prst="roundRect">
            <a:avLst>
              <a:gd name="adj" fmla="val 714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 сложно выбирать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 разбросаны по сайтам и чатам, расписание и цены приходится собирать по кусочкам.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1920240"/>
          </a:xfrm>
          <a:prstGeom prst="roundRect">
            <a:avLst>
              <a:gd name="adj" fmla="val 714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4C8F58"/>
          </a:solidFill>
          <a:ln w="12700">
            <a:solidFill>
              <a:srgbClr val="4C8F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Студиям сложно находить клиентов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94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Небольшие секции и репетиторы теряются среди больших игроков и тратят бюджет на разрозненную рекламу.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611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SkillSpot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 занятия, расписание, отзывы и запись на одной платформе — и приводит клиентов в студии.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265176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D9F3"/>
            </a:solidFill>
            <a:prstDash val="solid"/>
          </a:ln>
          <a:effectLst>
            <a:outerShdw sx="100000" sy="100000" kx="0" ky="0" algn="bl" rotWithShape="0" blurRad="101600" dist="25400" dir="5400000">
              <a:srgbClr val="4B2A7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9164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Найти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району, возрасту, категории и цене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874520" cy="265176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D9F3"/>
            </a:solidFill>
            <a:prstDash val="solid"/>
          </a:ln>
          <a:effectLst>
            <a:outerShdw sx="100000" sy="100000" kx="0" ky="0" algn="bl" rotWithShape="0" blurRad="101600" dist="25400" dir="5400000">
              <a:srgbClr val="4B2A7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691640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468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Сравнить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9260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Отзывы, рейтинг, расписание и стоимость в карточке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74520" cy="265176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D9F3"/>
            </a:solidFill>
            <a:prstDash val="solid"/>
          </a:ln>
          <a:effectLst>
            <a:outerShdw sx="100000" sy="100000" kx="0" ky="0" algn="bl" rotWithShape="0" blurRad="101600" dist="25400" dir="5400000">
              <a:srgbClr val="4B2A7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9164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468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Записаться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9260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Пробное занятие и онлайн-запись без звонков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1463040"/>
            <a:ext cx="1874520" cy="265176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D9F3"/>
            </a:solidFill>
            <a:prstDash val="solid"/>
          </a:ln>
          <a:effectLst>
            <a:outerShdw sx="100000" sy="100000" kx="0" ky="0" algn="bl" rotWithShape="0" blurRad="101600" dist="25400" dir="5400000">
              <a:srgbClr val="4B2A7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691640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468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Ходить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9260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Напоминания, история визитов, повторная запись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клиента: traffic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2ГИС, Яндекс, соцсети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09928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9928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Захват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лендинг, блог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16002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71216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8A5FBF"/>
          </a:solidFill>
          <a:ln w="12700">
            <a:solidFill>
              <a:srgbClr val="8A5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1216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Нагрев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Видео, отзывы, пробное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16002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32504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32504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14216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 оплата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16002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93792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4C8F58"/>
          </a:solidFill>
          <a:ln w="12700">
            <a:solidFill>
              <a:srgbClr val="4C8F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93792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Напоминания, абонемент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16002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55080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3F7A4B"/>
          </a:solidFill>
          <a:ln w="12700">
            <a:solidFill>
              <a:srgbClr val="3F7A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Друзьям и в чатах мам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6002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16368" y="146304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241638"/>
          </a:solidFill>
          <a:ln w="12700">
            <a:solidFill>
              <a:srgbClr val="2416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16368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Лояльность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4231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Бонусы и уровни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карты, поиск, Директ, VK, Telegram, блог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356616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8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студии-партнёры, листовки, пробные дни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 SkillSpot</a:t>
            </a:r>
            <a:endParaRPr lang="en-US" sz="3600" dirty="0"/>
          </a:p>
        </p:txBody>
      </p:sp>
      <p:pic>
        <p:nvPicPr>
          <p:cNvPr id="3" name="Image 0" descr="hero_c.png">    </p:cNvPr>
          <p:cNvPicPr>
            <a:picLocks noChangeAspect="1"/>
          </p:cNvPicPr>
          <p:nvPr/>
        </p:nvPicPr>
        <p:blipFill>
          <a:blip r:embed="rId1"/>
          <a:srcRect l="-56" r="-56" t="0" b="0"/>
          <a:stretch/>
        </p:blipFill>
        <p:spPr>
          <a:xfrm>
            <a:off x="548640" y="1325880"/>
            <a:ext cx="4937760" cy="32552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4937760" cy="3255264"/>
          </a:xfrm>
          <a:prstGeom prst="roundRect">
            <a:avLst>
              <a:gd name="adj" fmla="val 2809"/>
            </a:avLst>
          </a:prstGeom>
          <a:solidFill>
            <a:srgbClr val="FFFFFF">
              <a:alpha val="0"/>
            </a:srgbClr>
          </a:solidFill>
          <a:ln w="19050">
            <a:solidFill>
              <a:srgbClr val="D9CC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371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занятий с фильтрами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Интерактивное расписание на неделю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Отзывы, лояльность, личный кабинет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формы входа и обратной связи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Блог и видео о секциях</a:t>
            </a:r>
            <a:endParaRPr lang="en-US" sz="3600" dirty="0"/>
          </a:p>
        </p:txBody>
      </p:sp>
      <p:pic>
        <p:nvPicPr>
          <p:cNvPr id="3" name="Image 0" descr="/home/claude/site/videos/pilat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1463040" cy="2194560"/>
          </a:xfrm>
          <a:prstGeom prst="rect">
            <a:avLst/>
          </a:prstGeom>
        </p:spPr>
      </p:pic>
      <p:pic>
        <p:nvPicPr>
          <p:cNvPr id="4" name="Image 1" descr="/home/claude/site/videos/hipho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67128" y="1280160"/>
            <a:ext cx="1463040" cy="2194560"/>
          </a:xfrm>
          <a:prstGeom prst="rect">
            <a:avLst/>
          </a:prstGeom>
        </p:spPr>
      </p:pic>
      <p:pic>
        <p:nvPicPr>
          <p:cNvPr id="5" name="Image 2" descr="/home/claude/site/videos/voca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85616" y="1280160"/>
            <a:ext cx="1463040" cy="2194560"/>
          </a:xfrm>
          <a:prstGeom prst="rect">
            <a:avLst/>
          </a:prstGeom>
        </p:spPr>
      </p:pic>
      <p:pic>
        <p:nvPicPr>
          <p:cNvPr id="6" name="Image 3" descr="/home/claude/site/videos/gymnastic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04104" y="1280160"/>
            <a:ext cx="1463040" cy="2194560"/>
          </a:xfrm>
          <a:prstGeom prst="rect">
            <a:avLst/>
          </a:prstGeom>
        </p:spPr>
      </p:pic>
      <p:pic>
        <p:nvPicPr>
          <p:cNvPr id="7" name="Image 4" descr="/home/claude/site/videos/kids-spor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022592" y="1280160"/>
            <a:ext cx="1463040" cy="219456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548640" y="3657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реальных роликов из студий: пилатес, хип-хоп, вокал, гимнастика и детский спорт — открываются прямо на сайте.</a:t>
            </a:r>
            <a:endParaRPr lang="en-US" sz="1500" dirty="0"/>
          </a:p>
        </p:txBody>
      </p:sp>
      <p:sp>
        <p:nvSpPr>
          <p:cNvPr id="9" name="Text 2"/>
          <p:cNvSpPr txBox="1"/>
          <p:nvPr/>
        </p:nvSpPr>
        <p:spPr>
          <a:xfrm>
            <a:off x="566928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блоге: 6 новостей и гид «Как выбрать кружок для ребёнка» — трафик из поиска и доверие родителей.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B2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9D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SkillSpot — найдите занятие рядом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DB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Быренкова Диляра · Махонина Ксения · Сагутдинова Лиана · Саитова Милена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SkillSpot — мини-презентация</dc:title>
  <dc:subject>PptxGenJS Presentation</dc:subject>
  <dc:creator>Команда SkillSpot</dc:creator>
  <cp:lastModifiedBy>Команда SkillSpot</cp:lastModifiedBy>
  <cp:revision>1</cp:revision>
  <dcterms:created xsi:type="dcterms:W3CDTF">2026-10-12T16:20:09Z</dcterms:created>
  <dcterms:modified xsi:type="dcterms:W3CDTF">2026-10-12T16:20:09Z</dcterms:modified>
</cp:coreProperties>
</file>